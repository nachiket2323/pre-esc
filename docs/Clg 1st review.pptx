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3" r:id="rId2"/>
    <p:sldId id="257" r:id="rId3"/>
    <p:sldId id="258" r:id="rId4"/>
    <p:sldId id="266" r:id="rId5"/>
    <p:sldId id="267" r:id="rId6"/>
    <p:sldId id="269" r:id="rId7"/>
    <p:sldId id="268" r:id="rId8"/>
    <p:sldId id="271" r:id="rId9"/>
    <p:sldId id="276" r:id="rId10"/>
    <p:sldId id="277" r:id="rId11"/>
    <p:sldId id="278" r:id="rId12"/>
    <p:sldId id="275" r:id="rId13"/>
    <p:sldId id="273" r:id="rId14"/>
    <p:sldId id="274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ED7E8-5420-4F73-BA32-34A7030FE7D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95739-CA6B-4BAB-AD11-B86E0C91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39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62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02450-8B39-F9CA-E016-C63037C76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FE313-8E88-5B11-958B-E3781291F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461F2-1A74-5FDD-6A89-637D63809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35333-5B22-AF69-0FF7-0BA3A4DEE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40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0ABF4-46F1-C9F1-252B-96D978B88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7ED3B-9C64-DE0E-1D3B-33B048480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8D629-91BD-8FD4-A04A-812F6AB09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DEEEF-8AB6-54C7-1B2D-CF1CA1BFC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2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ADCC8-95E4-F662-D473-8EF8626B8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561AF-B228-4531-28D2-B9787D611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15E2E-BA06-1825-27C9-99FEB2383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09298-EA17-E481-F871-555031D85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5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70177-3241-9787-8FE5-3D1C2A89A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88FAA-6752-76D2-42E8-86B0DFEA3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3514B-0B70-4F72-4C68-263FBD4C0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838BE-C6D7-DA61-D913-0B10FBE48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81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47509-3C30-DEC6-5B50-FAA218DB6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2C9E5-8469-5859-34B0-AE19ADEC2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838D90-E948-6E29-68D7-01333E7DC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BC21D-EE7C-BD2F-609F-623C8351C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47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08448-B8B0-D313-353E-616DAB30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BF45A-57FC-E02F-0E13-98B270F2E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0D77E-5AFF-628E-BA6B-5F8BFAABF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16C0D-5708-C253-C2C7-3B59122C5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15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C89CC-C8E1-DE27-B836-BEB739C92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37164-0B71-0EAA-70A7-6DE14EF82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200CA-7373-22DF-42B1-96F4C3597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9CADC-1519-74E5-AD99-FAEDBA813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63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284EE-09FD-5126-5D01-B4935C200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22067-DB64-5849-FC8C-4E152998C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60B245-14EF-369D-D163-AD85580F6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1B4CC-7F57-5A89-D481-83FD31422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93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DF7F0-CC61-0DD1-055A-F106F796F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8D146-8DAE-35FF-57CD-485C70333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C9F5A-2EBC-AF4C-8320-5FFC89BA3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B2B5C-B1F1-431B-640B-7BDB9E1A2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32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29C80-4B9D-BEE6-6F02-16BB3B29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4E5FF-AE4F-40ED-4CAF-545950D88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433B1-8E56-3BA3-3A4D-10DE2621D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6A3AD-5EF2-3443-DE66-5A36B7897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3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B207F-A8E3-9325-929A-4A86D8CD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BE39E-C925-80AB-F0EB-D1B13A9EB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D590E-474B-8514-7CCF-C90687E4C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90650-2AB9-69F2-BF0E-63871A682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59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F3568-8D0F-12B2-1664-184786A5F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56AF0-759A-A4E3-2645-C80D3FF382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588D2-B229-8CAE-A88C-CEE86B58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36696-14B1-63FA-A611-C72414BCC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ED547-75DA-E272-930D-FAA15352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81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F180D-165A-539F-988D-0EB996D76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A583E-A70C-7C45-8107-25C7E2C5F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87647-B41E-A018-6CEB-6C853E55A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DC4F3-C258-6D8F-01A9-3B559F7EE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E4EC3-6EA3-5F2C-BF6F-00173D92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1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CAD91-10E8-66E0-7116-9E05A14B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B0959-42B9-D46F-59B5-8EF41EDB4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8C846-102F-8D21-1D7E-B349A4D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C0D46-6E00-8B86-AA5B-0AA49D29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BCEF6-CB65-E675-117E-C1837C8B7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70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314E-C1A4-C501-FD62-142E1A2F1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D04E6-196B-CCC6-593A-E188185E3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29BD0-3E57-15FB-FFFD-F18ADDF22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1CDF2-6F09-1192-8959-8DFAD756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510EF-83D8-3B5B-D87B-EFC9768E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F709B-0354-9642-1667-3FBFE238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56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E57C-69F7-1F25-2E9C-A6CB47BDB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21B58-BD95-4A45-FEDB-09DC4E529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FC855-12DA-9B64-F0D3-727141341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6AE8B-71E3-98AB-4E88-E3B24FB3C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E3E7E2-ECEE-C343-F56B-3CCCDB8323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E6F8F8-4BE8-8E34-4D70-75246A3E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D66D3F-3415-1C84-186F-C52F0C25F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3D3CBA-2B1A-1E6A-76D5-08243EC09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16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B644-DEE1-8B12-605A-A1929DCF3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347B70-24FE-ADC5-853D-B46C4E876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F42AAB-9E81-1CA9-87B8-C50FAD9CD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1B612-CDFC-460B-C095-CD009700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2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355967-9097-746A-5201-CAC2D6BE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7B7073-CC7D-DF49-AD4D-B30D6086A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8D79B-6156-150F-4710-870E12AD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06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B27EA-73D5-43A3-9C2F-CE831A31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00DC7-AACA-CC89-1F98-C90DEE95C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064ED-7F16-9508-596A-84E98375B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E5497-1F50-B654-B8BE-9A8A124C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2BAAC-26CD-7B36-B591-C7DCA1CB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1AD99-36C2-36F5-758E-0C6F0B2E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99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739EC-8833-DBBD-3203-B8CEA4192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5D6FCA-50E7-B653-9DFA-E0C4A0446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8EFD06-2A7C-1C25-7DAD-0EDFC5E66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78226-5CBA-7082-1BA0-E3B94005A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9CD9D-1154-F96C-0DCF-2D72F5E8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55AC5-9DA2-3859-721C-0FD954629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4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5EB10-A5AA-D1BF-FF8F-04DE29308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B72D6-D168-0F0E-7C15-A513A1EE4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1B1C5-B1F3-315A-28DE-59921770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8FF44-D482-FBCC-6D7C-A5605967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3FC32-CD8B-D3AE-F273-E8781644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60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F44A3-7622-2359-3959-8084367E32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ADB2C-B6E9-3A9A-2942-7C7BB2490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69660-2225-3721-0976-6AFC5F5AA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2324C-9FFF-9ED9-CE19-0B2152EB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10D2B-EBC7-CE7C-22B1-2CEEABC3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35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76CC29-6413-07E0-0F83-2F54ECF87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F91D0-9C92-7385-25EA-22597435D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BB74F-46D8-03EF-2D51-64C4700BD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8EE3F-C531-4F47-81BE-EB7857D8F03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BC302-2576-AF44-615A-AADF1B540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FD645-FDED-209E-23CB-CDA5522E1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D8AACB-CA4F-D599-14E0-02AA951B4E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86125" y="129223"/>
            <a:ext cx="5619750" cy="9829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C65C56-0737-6750-E644-CD750C5836DE}"/>
              </a:ext>
            </a:extLst>
          </p:cNvPr>
          <p:cNvSpPr txBox="1"/>
          <p:nvPr/>
        </p:nvSpPr>
        <p:spPr>
          <a:xfrm>
            <a:off x="76200" y="1465798"/>
            <a:ext cx="120396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Project Presentation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“Privilege Escalation In Linux” 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ID: 2026G198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Name &amp; Enrollment No: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Prajapati Pratham(22162171023)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 Nachiket(22162171019)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The guidance of 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Umesh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Lakhtariya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/Mr. Harsh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Kiratsata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Computer Technology, Ganpat University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Date:- 21</a:t>
            </a:r>
            <a:r>
              <a:rPr lang="en-US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February 2026</a:t>
            </a:r>
          </a:p>
          <a:p>
            <a:pPr algn="ctr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043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04CF11-9991-8DF7-ADCE-F176A3D367CA}"/>
              </a:ext>
            </a:extLst>
          </p:cNvPr>
          <p:cNvSpPr txBox="1"/>
          <p:nvPr/>
        </p:nvSpPr>
        <p:spPr>
          <a:xfrm>
            <a:off x="388374" y="108155"/>
            <a:ext cx="114152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Index Of 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0C54F4-5A2B-14F9-1FB2-644F9C2D3A9C}"/>
              </a:ext>
            </a:extLst>
          </p:cNvPr>
          <p:cNvSpPr txBox="1"/>
          <p:nvPr/>
        </p:nvSpPr>
        <p:spPr>
          <a:xfrm>
            <a:off x="388374" y="1484670"/>
            <a:ext cx="1172496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of Project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Modules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470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57590-6701-F00D-6A01-F848739F61F0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8531B-8F38-D3C2-985F-88E10F40E1C1}"/>
              </a:ext>
            </a:extLst>
          </p:cNvPr>
          <p:cNvSpPr txBox="1"/>
          <p:nvPr/>
        </p:nvSpPr>
        <p:spPr>
          <a:xfrm>
            <a:off x="265471" y="792624"/>
            <a:ext cx="116610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Linux Privilege Escalation refers to the process of gaining elevated access rights on a Linux system by exploiting misconfigurations, weak permissions, or vulnerable system components. This project presents a red team simulation conducted in a controlled Ubuntu environment to identify and analyze access control weaknesses.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system integrates automated shell scripts, Telegram bot-based remote command execution, and a centralized web-based file repository to simulate real-world privilege escalation scenarios. Advanced automation using curl and </a:t>
            </a:r>
            <a:r>
              <a:rPr lang="en-US" sz="2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wget</a:t>
            </a: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enhances remote file handling and execution capabilities.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project demonstrates how improper privilege management and misconfigured </a:t>
            </a:r>
            <a:r>
              <a:rPr lang="en-US" sz="2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sudo</a:t>
            </a: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permissions can be exploited, while also highlighting the importance of secure system configuration and monitoring mechanisms.</a:t>
            </a:r>
          </a:p>
        </p:txBody>
      </p:sp>
    </p:spTree>
    <p:extLst>
      <p:ext uri="{BB962C8B-B14F-4D97-AF65-F5344CB8AC3E}">
        <p14:creationId xmlns:p14="http://schemas.microsoft.com/office/powerpoint/2010/main" val="3092872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D124-6C74-A439-EEE3-91DB173C1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FB66D7-E44A-359E-D3F9-66A35AFC7EDE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52F9B2-DD33-D195-ECD5-0FE67EDE3B16}"/>
              </a:ext>
            </a:extLst>
          </p:cNvPr>
          <p:cNvSpPr txBox="1"/>
          <p:nvPr/>
        </p:nvSpPr>
        <p:spPr>
          <a:xfrm>
            <a:off x="265471" y="792624"/>
            <a:ext cx="1166105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simulate Linux privilege escalation in a controlled lab environment in order to understand how misconfigurations, weak permissions, and improper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settings can lead to unauthorized privilege elevation.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and analyze access control weaknesses such as improper file permissions, insecure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configurations, and flawed role-based restrictions that may expose the system to security risks.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automated privilege escalation scripts that replicate real-world exploitation techniques while maintaining structured execution, error handling, and controlled testing procedures.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a Telegram bot for remote command execution, enabling centralized and controlled interaction with the system for monitoring, testing, and automation purposes.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secure file repository system that supports file upload, download, and deletion operations with proper user isolation and admin-level access control mechanisms.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All-in-One automation framework that integrates privilege escalation logic, file handling, and command execution into a modular and maintainable architecture.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578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BBD08-118B-D808-84A6-480DFA351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8AEFDA-3744-BC67-062F-841E59E528C8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Scope Of The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E6B92-D475-4F9C-7689-CFDB58CF5EA8}"/>
              </a:ext>
            </a:extLst>
          </p:cNvPr>
          <p:cNvSpPr txBox="1"/>
          <p:nvPr/>
        </p:nvSpPr>
        <p:spPr>
          <a:xfrm>
            <a:off x="265471" y="792624"/>
            <a:ext cx="116610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idea will Help in: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educational and research purposes, the project aims to provide practical exposure to Linux privilege escalation concepts while maintaining ethical standards and academic integrity.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within a controlled Ubuntu-based laboratory environment, ensuring that all simulations and testing activities are performed safely without impacting external or production systems.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Red Team simulation techniques, the project replicates potential attack scenarios to analyze system misconfigurations and evaluate access control weaknesses.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target real-world or live systems, and all experiments are conducted strictly within isolated virtual machines to maintain legal and ethical compliance.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for vulnerability assessment and cybersecurity training, serving as a foundational framework for advanced security testing, blue team analysis, and defensive strategy development.</a:t>
            </a:r>
          </a:p>
        </p:txBody>
      </p:sp>
    </p:spTree>
    <p:extLst>
      <p:ext uri="{BB962C8B-B14F-4D97-AF65-F5344CB8AC3E}">
        <p14:creationId xmlns:p14="http://schemas.microsoft.com/office/powerpoint/2010/main" val="2223534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0EBB8-2C16-F9AF-DC28-A92064C0B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35DC7D-8465-FFE9-C68C-B7E2740F495F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Workflow Of Project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7AE681-848C-626F-5DAA-149E3ABC2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2" y="1146628"/>
            <a:ext cx="11661058" cy="430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75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CE408-454F-0B20-DB97-ABA11623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AE2732-D274-0068-88B3-6643BA113CD9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System Architecture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B958F3-10C2-63EA-DFDA-DC58EFD12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8" y="1296502"/>
            <a:ext cx="11248103" cy="45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85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EB1FF-0DEE-8E69-16D6-27C30FC7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D3DFF1-6C8E-4E00-38A6-15526C8A1849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Technology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5B6ED7-B1C6-1D1F-0557-5F2E56CBFCB9}"/>
              </a:ext>
            </a:extLst>
          </p:cNvPr>
          <p:cNvSpPr txBox="1"/>
          <p:nvPr/>
        </p:nvSpPr>
        <p:spPr>
          <a:xfrm>
            <a:off x="265471" y="792624"/>
            <a:ext cx="1166105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Shell Scripting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 Linux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Bot API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911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3F5B6-0A81-ED91-3840-230D805A7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6E4168-7AB3-32F7-B0A5-8167AA6C64EA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 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4D0BD-B23E-C3EE-D4E1-251A8B5A6A05}"/>
              </a:ext>
            </a:extLst>
          </p:cNvPr>
          <p:cNvSpPr txBox="1"/>
          <p:nvPr/>
        </p:nvSpPr>
        <p:spPr>
          <a:xfrm>
            <a:off x="265471" y="792624"/>
            <a:ext cx="1166105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Privilege Escalation Module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Performs </a:t>
            </a:r>
            <a:r>
              <a:rPr lang="en-US" sz="2000" dirty="0" err="1"/>
              <a:t>sudo</a:t>
            </a:r>
            <a:r>
              <a:rPr lang="en-US" sz="2000" dirty="0"/>
              <a:t> manipulation testing to evaluate how misconfigured </a:t>
            </a:r>
            <a:r>
              <a:rPr lang="en-US" sz="2000" dirty="0" err="1"/>
              <a:t>sudo</a:t>
            </a:r>
            <a:r>
              <a:rPr lang="en-US" sz="2000" dirty="0"/>
              <a:t> permissions can be exploited to gain elevated privileges in a controlled Linux environment.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Implements permission validation mechanisms to analyze file, user, and group-level access controls and identify potential weaknesses in privilege management.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Executes controlled payloads to simulate real-world escalation scenarios while maintaining structured logging and execution monitoring for analysis.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Control Module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remote command execution by integrating a Telegram bot with backend scripts, allowing centralized control over system-level operations.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structured output formatting to ensure command responses are readable, organized, and properly displayed within the Telegram interface.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secure access restrictions using authentication checks and user validation to prevent unauthorized command execution.</a:t>
            </a:r>
          </a:p>
        </p:txBody>
      </p:sp>
    </p:spTree>
    <p:extLst>
      <p:ext uri="{BB962C8B-B14F-4D97-AF65-F5344CB8AC3E}">
        <p14:creationId xmlns:p14="http://schemas.microsoft.com/office/powerpoint/2010/main" val="37038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EA75A-D423-7BA3-9954-9EF91C7EB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9086C0-0CFF-6001-AB01-EA2B7B35F769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 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01CFC-6313-ABF6-3513-6E474F15CD2C}"/>
              </a:ext>
            </a:extLst>
          </p:cNvPr>
          <p:cNvSpPr txBox="1"/>
          <p:nvPr/>
        </p:nvSpPr>
        <p:spPr>
          <a:xfrm>
            <a:off x="265471" y="792624"/>
            <a:ext cx="1166105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Repository Module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secure file upload feature that allows users to store files on the server with validation checks and integrity verification.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controlled delete functionality with safeguards to prevent unauthorized or accidental file removal.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Enforces admin-only authorization for sensitive operations, ensuring role-based access control within the application.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user directory isolation by creating separate folders for each user to prevent cross-access and ensure proper data separation.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Automation Module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curl-based file transfer mechanisms to enable command-line driven file uploads and downloads through automated execution workflows.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retrieval functionality for reliable remote file fetching and compatibility across different Linux environments.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error handling and optimization techniques to improve execution stability, minimize failures, and enhance performance efficiency.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016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C1DD9-82A1-08AC-D8EF-6B223667C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26DAB2-BC46-0324-32B2-24D4AB9C9EF4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 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ABC761-4F40-9A3B-0F40-0DFD007641B4}"/>
              </a:ext>
            </a:extLst>
          </p:cNvPr>
          <p:cNvSpPr txBox="1"/>
          <p:nvPr/>
        </p:nvSpPr>
        <p:spPr>
          <a:xfrm>
            <a:off x="265471" y="792624"/>
            <a:ext cx="116610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All-in-One Script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unified architecture that integrates privilege escalation logic, file handling, download automation, and bot communication into a single execution framework.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modular integration, allowing independent components to function cohesively while maintaining maintainability and scalability.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cross-platform and multi-system testing to validate compatibility, execution reliability, and consistent behavior across Ubuntu-based environments.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943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CF9CA-5514-810C-9EF3-2C443E56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2605-F47C-F551-8C5B-54AD1C5D71FF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Advantages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9DEDD-EB2E-CCF1-948E-CB7AA078FCFF}"/>
              </a:ext>
            </a:extLst>
          </p:cNvPr>
          <p:cNvSpPr txBox="1"/>
          <p:nvPr/>
        </p:nvSpPr>
        <p:spPr>
          <a:xfrm>
            <a:off x="265471" y="792624"/>
            <a:ext cx="1166105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real-world red team simulation experience, allowing practical understanding of how privilege escalation techniques are performed and analyzed within a controlled cybersecurity testing environment.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automated exploitation testing, reducing manual intervention while improving consistency, repeatability, and efficiency in assessing privilege-related vulnerabilities.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remote command execution through Telegram integration, offering centralized control and monitoring of system-level operations in a secure and structured manner.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 modular architecture, where individual components such as escalation scripts, file repository, and bot integration are developed independently for better scalability and maintainability.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multi-system compatibility, allowing the developed scripts and automation framework to function reliably across different Ubuntu-based environments.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a structured security assessment approach, systematically identifying, testing, and validating access control weaknesses to enhance overall system security awareness.</a:t>
            </a:r>
          </a:p>
        </p:txBody>
      </p:sp>
    </p:spTree>
    <p:extLst>
      <p:ext uri="{BB962C8B-B14F-4D97-AF65-F5344CB8AC3E}">
        <p14:creationId xmlns:p14="http://schemas.microsoft.com/office/powerpoint/2010/main" val="1234258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BBA8-B8D0-5172-4DAB-38AE30A4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2427E-4EC1-15BA-8FE3-864B77F1F6D4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5C7FC-FABD-3E47-2198-3CAB2FE629EC}"/>
              </a:ext>
            </a:extLst>
          </p:cNvPr>
          <p:cNvSpPr txBox="1"/>
          <p:nvPr/>
        </p:nvSpPr>
        <p:spPr>
          <a:xfrm>
            <a:off x="265471" y="792624"/>
            <a:ext cx="116610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only within a controlled laboratory environment, meaning the simulation results may not fully represent the complexity and variability of real-world production systems.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intentional system misconfigurations for testing, as privilege escalation scenarios depend on predefined weaknesses that may not always exist in properly secured environments.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intended for offensive real-world use, and the framework is strictly designed for academic research, security awareness, and controlled red team simulation purposes.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to ethical and legal boundaries, as all testing must be performed with proper authorization and within isolated systems to avoid misuse or unauthorized access.</a:t>
            </a:r>
          </a:p>
        </p:txBody>
      </p:sp>
    </p:spTree>
    <p:extLst>
      <p:ext uri="{BB962C8B-B14F-4D97-AF65-F5344CB8AC3E}">
        <p14:creationId xmlns:p14="http://schemas.microsoft.com/office/powerpoint/2010/main" val="2282887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6D6C7-B3A5-11E1-4236-039746EDE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59113-A7F0-50AA-9CEE-BF22A6A13FAE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Conclusions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45D2C3-CF35-4491-5653-CA91001EC5D2}"/>
              </a:ext>
            </a:extLst>
          </p:cNvPr>
          <p:cNvSpPr txBox="1"/>
          <p:nvPr/>
        </p:nvSpPr>
        <p:spPr>
          <a:xfrm>
            <a:off x="265471" y="792624"/>
            <a:ext cx="116610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demonstrates a structured red team simulation of Linux privilege escalation within a controlled Ubuntu environment. By integrating automation scripts, Telegram-based remote command execution, and a centralized web-based file repository, the system effectively replicates real-world access control weaknesses.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development of modular escalation scripts, advanced download automation, and an all-in-one execution framework highlights how misconfigured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permissions and improper file access controls can compromise system security.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provides valuable insights into Linux privilege management, reinforces the importance of secure configuration practices, and serves as an educational model for understanding and mitigating privilege escalation vulnerabilities.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433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E80605-1075-6E4B-05C2-4D6055C503A9}"/>
              </a:ext>
            </a:extLst>
          </p:cNvPr>
          <p:cNvSpPr txBox="1"/>
          <p:nvPr/>
        </p:nvSpPr>
        <p:spPr>
          <a:xfrm>
            <a:off x="4424516" y="2921168"/>
            <a:ext cx="35624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73673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1226</Words>
  <Application>Microsoft Office PowerPoint</Application>
  <PresentationFormat>Widescreen</PresentationFormat>
  <Paragraphs>142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Pratham Prajapati</dc:creator>
  <cp:lastModifiedBy>Pratham Prajapati</cp:lastModifiedBy>
  <cp:revision>19</cp:revision>
  <dcterms:created xsi:type="dcterms:W3CDTF">2026-02-15T12:42:27Z</dcterms:created>
  <dcterms:modified xsi:type="dcterms:W3CDTF">2026-02-16T12:31:17Z</dcterms:modified>
</cp:coreProperties>
</file>